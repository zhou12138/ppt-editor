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Q2 季度报告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2026年6月 · 产品团队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核心指标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营收增长 35%</a:t>
            </a:r>
          </a:p>
          <a:p>
            <a:r>
              <a:t>用户数突破 100 万</a:t>
            </a:r>
          </a:p>
          <a:p>
            <a:r>
              <a:t>NPS 评分 72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部门对比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762000">
                <a:tc>
                  <a:txBody>
                    <a:bodyPr/>
                    <a:lstStyle/>
                    <a:p>
                      <a:r>
                        <a:t>部门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产品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158万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运营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00FF"/>
                </a:solidFill>
              </a:rPr>
              <a:t>左上角的蓝色框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57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0000"/>
                </a:solidFill>
              </a:rPr>
              <a:t>右上角的红色框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6576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总结：本季度表现优异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