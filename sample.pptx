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testing pptx_editor_llm.py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 me with --exec-script or --exec-actions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