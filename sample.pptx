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sz="1600">
                <a:latin typeface="宋体" panose="02010600030101010101" pitchFamily="2" charset="-122"/>
              </a:rPr>
              <a:t>Sample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sz="1600">
                <a:latin typeface="宋体" panose="02010600030101010101" pitchFamily="2" charset="-122"/>
              </a:rPr>
              <a:t>For testing pptx_editor_llm.py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1600">
                <a:latin typeface="宋体" panose="02010600030101010101" pitchFamily="2" charset="-122"/>
              </a:rPr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1600">
                <a:latin typeface="宋体" panose="02010600030101010101" pitchFamily="2" charset="-122"/>
              </a:rPr>
              <a:t>First point</a:t>
            </a:r>
          </a:p>
          <a:p>
            <a:r>
              <a:rPr sz="1600">
                <a:latin typeface="宋体" panose="02010600030101010101" pitchFamily="2" charset="-122"/>
              </a:rPr>
              <a:t>Second point</a:t>
            </a:r>
          </a:p>
          <a:p>
            <a:r>
              <a:rPr sz="1600">
                <a:latin typeface="宋体" panose="02010600030101010101" pitchFamily="2" charset="-122"/>
              </a:rPr>
              <a:t>Third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914400"/>
            <a:ext cx="469872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latin typeface="宋体" panose="02010600030101010101" pitchFamily="2" charset="-122"/>
              </a:rPr>
              <a:t>Edit me with --exec-script or --exec-actions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27</Words>
  <Application>Microsoft Office PowerPoint</Application>
  <PresentationFormat>Widescreen</PresentationFormat>
  <Paragraphs>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宋体</vt:lpstr>
      <vt:lpstr>Arial</vt:lpstr>
      <vt:lpstr>Calibri</vt:lpstr>
      <vt:lpstr>Office Theme</vt:lpstr>
      <vt:lpstr>Sample Presentation</vt:lpstr>
      <vt:lpstr>Key Points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Weiwei Zhou</cp:lastModifiedBy>
  <cp:revision>2</cp:revision>
  <dcterms:created xsi:type="dcterms:W3CDTF">2013-01-27T09:14:16Z</dcterms:created>
  <dcterms:modified xsi:type="dcterms:W3CDTF">2026-06-04T07:16:27Z</dcterms:modified>
  <cp:category/>
</cp:coreProperties>
</file>